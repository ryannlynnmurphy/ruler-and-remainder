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Anteriority Corpus &amp; Narrative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Queer phenomenology as the discovery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can we use queer phenomenology to interpret AI security systems?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boundaries as orientation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Institutions create readable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Recognition requires translation.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Possibility collapses into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structured surplus outside categorization.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Courts, clinics, classifiers.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Inherited assumptions exposed.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is downstream.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Third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Read, reader, frame.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the frame before interpretation.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Enforce / Reinforce / Detect / Disclose.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CRD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Confidence-Reality Divergence.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category beyond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NukonAI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Architecture-first positioning.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Enforcement &gt; Detection.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Theory, method, application.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is prior to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